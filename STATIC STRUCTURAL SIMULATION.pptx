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E9368-D805-4DB5-AEC6-876FCE34C9F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06A8D-0474-40B3-965A-B3BB89CC4B6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STATIC STRUCTURAL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MESH CONVERGANCE ANALYSIS OF A HEXAGONAL BEAM</a:t>
            </a:r>
            <a:br>
              <a:rPr lang="en-US" dirty="0"/>
            </a:br>
            <a:r>
              <a:rPr lang="en-US" dirty="0"/>
              <a:t>USING ANSYS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OBJECTIVE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066" y="1770092"/>
            <a:ext cx="9114019" cy="43526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015" y="1825625"/>
            <a:ext cx="8237969" cy="4351338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C7EBDDB8-1731-C73E-6AE7-E2F65FD03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Workbench → New Project → Drag Static Structural into Workspace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875" y="1825625"/>
            <a:ext cx="8286250" cy="43513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8E088F8-E426-DBE2-C37A-C12B7EAE5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“Custom Material” in Engineering Data (E=3000 MPa, ν=0.28) → Delete Structural Steel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557" y="1825625"/>
            <a:ext cx="8260885" cy="4351338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123014" y="14444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 </a:t>
            </a:r>
            <a:endParaRPr lang="en-US" sz="3600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0BDAAEDE-0382-967E-CA50-A32697356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707" y="988315"/>
            <a:ext cx="82702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Design Modeler → Sketch Hexagon → Extrude → Set Length = 20 m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294" y="1825625"/>
            <a:ext cx="8249412" cy="435133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302896" y="10461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700"/>
            </a:br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3DCB6A4-40BE-DBEB-7298-76AB7911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696" y="6810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Mechanical → Generate Mesh → Set Sizing / Choose Mesh Type (tet or hex) if needed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015" y="2042160"/>
            <a:ext cx="8237969" cy="43513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8B015AE-EADC-C00C-812E-A48F22E4E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Fixed Support at Bottom → Apply Remote Force at 1/3 Length of Hexagon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557" y="1825625"/>
            <a:ext cx="8260885" cy="43513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0FCBB5A-A4D3-48AF-AE73-64F7392C5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Total Deformation, Equivalent Stress &amp; Strain → Solve to Compute Results</a:t>
            </a: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Right-click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Equivalent Stress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 →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 &gt; Convergence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Allowable Change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15%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 Refinement Loops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3–4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the solver won’t run endlessly.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557" y="1825625"/>
            <a:ext cx="8260885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550" y="1825625"/>
            <a:ext cx="8448899" cy="435133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Equivalent Stress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CB8A76E-D146-8468-5517-6FB01C6F8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423" y="313680"/>
            <a:ext cx="99251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 Analysis → View Results &amp; Convergence in Solution Section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Convergence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3446" y="1825625"/>
            <a:ext cx="8485108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BFAC-430E-BE14-BA7B-D4AB5CDA2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900" b="1" dirty="0"/>
              <a:t>THANK YOU</a:t>
            </a:r>
            <a:endParaRPr lang="en-PK" sz="19900" b="1" dirty="0"/>
          </a:p>
        </p:txBody>
      </p:sp>
    </p:spTree>
    <p:extLst>
      <p:ext uri="{BB962C8B-B14F-4D97-AF65-F5344CB8AC3E}">
        <p14:creationId xmlns:p14="http://schemas.microsoft.com/office/powerpoint/2010/main" val="3243170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159</Words>
  <Application>Microsoft Office PowerPoint</Application>
  <PresentationFormat>Widescreen</PresentationFormat>
  <Paragraphs>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STATIC STRUCTURAL SIMULATION</vt:lpstr>
      <vt:lpstr>SIMULATION OBJECTIVE</vt:lpstr>
      <vt:lpstr>Open Workbench → New Project → Drag Static Structural into Workspace</vt:lpstr>
      <vt:lpstr>Add “Custom Material” in Engineering Data (E=3000 MPa, ν=0.28) → Delete Structural Steel</vt:lpstr>
      <vt:lpstr>PowerPoint Presentation</vt:lpstr>
      <vt:lpstr>PowerPoint Presentation</vt:lpstr>
      <vt:lpstr>Apply Fixed Support at Bottom → Apply Remote Force at 1/3 Length of Hexagon</vt:lpstr>
      <vt:lpstr>Select Total Deformation, Equivalent Stress &amp; Strain → Solve to Compute Results</vt:lpstr>
      <vt:lpstr>Right-click the Equivalent Stress result → Insert &gt; Convergence. Set Allowable Change to 15% and Max Refinement Loops to 3–4 so the solver won’t run endlessly.</vt:lpstr>
      <vt:lpstr>PowerPoint Presentation</vt:lpstr>
      <vt:lpstr>Convergence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02-131232-004</dc:creator>
  <cp:lastModifiedBy>02-131232-004</cp:lastModifiedBy>
  <cp:revision>4</cp:revision>
  <dcterms:created xsi:type="dcterms:W3CDTF">2025-11-27T05:57:00Z</dcterms:created>
  <dcterms:modified xsi:type="dcterms:W3CDTF">2025-11-28T06:15:49Z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F93550338C2140CBBB98EA7DC86AA74D_12</vt:lpwstr>
  </property>
  <property fmtid="{D5CDD505-2E9C-101B-9397-08002B2CF9AE}" pid="3" name="KSOProductBuildVer">
    <vt:lpwstr>1033-12.2.0.23155</vt:lpwstr>
  </property>
</Properties>
</file>
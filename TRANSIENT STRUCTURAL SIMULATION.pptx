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E5221-91E3-9127-035C-0F9101F2C0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27D575-5ED3-59AD-31D9-CA756B97A7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7F071C-3B68-DA7A-9ADA-AFFD7CDA34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CFCCA-6559-4953-8325-6FD185135991}" type="datetimeFigureOut">
              <a:rPr lang="en-PK" smtClean="0"/>
              <a:t>28/11/2025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B9E10-689E-5373-34C6-14CBAE958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E3D038-DCA6-3D76-5E14-0D61E69ED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919C32-7C4D-440B-895C-0340E88FE79C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00052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F90A4-B59C-BBCE-4C83-5B3ADA1268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63D2B0-BB0D-32F1-B2FE-DD99E6F64E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3C2414-C280-4C9E-BB9B-A64C1B59E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CFCCA-6559-4953-8325-6FD185135991}" type="datetimeFigureOut">
              <a:rPr lang="en-PK" smtClean="0"/>
              <a:t>28/11/2025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CBFB19-7EC4-0E9E-D8A5-C67AD130E6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ECA64F-D466-3D68-57C2-687623F0B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919C32-7C4D-440B-895C-0340E88FE79C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3023679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5B6F9-32EA-D93E-F204-D06C0E5F2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72AE78-77FC-90D8-8DA6-C42AA98DC9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1E457A-075F-470B-A652-E28EA313D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CFCCA-6559-4953-8325-6FD185135991}" type="datetimeFigureOut">
              <a:rPr lang="en-PK" smtClean="0"/>
              <a:t>28/11/2025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D0D499-8575-6632-7CE3-212CA61F7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A1102-869D-5ACE-B75F-F1B17DB69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919C32-7C4D-440B-895C-0340E88FE79C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030727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1E8CD-95AE-B211-3D0B-679D7EAD0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E26B78-2877-B9CD-FFF3-C059BFEB4A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027BA1-58E6-5969-84F3-66C461C9D3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A59A08-1483-52DB-86B3-08A063DB6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CFCCA-6559-4953-8325-6FD185135991}" type="datetimeFigureOut">
              <a:rPr lang="en-PK" smtClean="0"/>
              <a:t>28/11/2025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354A56-128E-F8EA-1E87-DF92396EC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0E7921-463F-F126-4ABE-630C519F4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919C32-7C4D-440B-895C-0340E88FE79C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9520368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6564E-A014-ADA2-CD81-662D7228BA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20BCA0-4CE6-2B5E-E473-3F9F512141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7866A8-5869-8F5C-907C-57A52BF23C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9A5342-FE9B-75CB-5C0A-D846B9652D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16D5DF-4593-7186-EC13-54FF6F4A5A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931964-31A9-F258-F78B-38CEAADB5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CFCCA-6559-4953-8325-6FD185135991}" type="datetimeFigureOut">
              <a:rPr lang="en-PK" smtClean="0"/>
              <a:t>28/11/2025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E578A39-FC4E-A3DD-F49C-DA61DBAA3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B822642-A601-6596-AED1-C3F235E61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919C32-7C4D-440B-895C-0340E88FE79C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5577999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D38E1-D1D5-1FF9-7E53-710F861F0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8851EF-0AB4-2BD6-D460-C22B141685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CFCCA-6559-4953-8325-6FD185135991}" type="datetimeFigureOut">
              <a:rPr lang="en-PK" smtClean="0"/>
              <a:t>28/11/2025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ADD998-53D3-8140-40B2-7BF38CE79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DD928F-688F-5827-2FF4-F5EFDF657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919C32-7C4D-440B-895C-0340E88FE79C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873142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162103-388F-1BC1-3973-BFD680A23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CFCCA-6559-4953-8325-6FD185135991}" type="datetimeFigureOut">
              <a:rPr lang="en-PK" smtClean="0"/>
              <a:t>28/11/2025</a:t>
            </a:fld>
            <a:endParaRPr lang="en-P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C386F4-117D-D0EC-4DA5-C6FFDECC9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367F66-E2D4-77C5-D8D6-8EB2529DD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919C32-7C4D-440B-895C-0340E88FE79C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4119089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FFE9C-2A62-3180-2804-6134B0C1D9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FA042D-7E47-03E4-CB72-BC134583A7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167354-F3AA-5CBD-8AF8-34E513178D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C40E94-B390-2521-C678-7A1F7D05F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CFCCA-6559-4953-8325-6FD185135991}" type="datetimeFigureOut">
              <a:rPr lang="en-PK" smtClean="0"/>
              <a:t>28/11/2025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5CC48F-AF8D-4A01-33D1-E66F852C2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D2478C-B318-D900-3BA8-48AB3CA11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919C32-7C4D-440B-895C-0340E88FE79C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9759549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CC5E53-D22F-6337-9225-C862624C3A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4C4766-A868-E6C1-A338-32DD4A19C2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F8FAAF-7358-A384-90EC-1B55C0EB6C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D98205-A647-D945-9087-8646CFC9E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CFCCA-6559-4953-8325-6FD185135991}" type="datetimeFigureOut">
              <a:rPr lang="en-PK" smtClean="0"/>
              <a:t>28/11/2025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67D553-D7E4-718C-3F65-312BF1CACD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986EA9-EADB-D428-9A0D-6BFF46573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919C32-7C4D-440B-895C-0340E88FE79C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2790310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0695C-99AD-519A-3A9D-F3AF8D85F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41FD54-50A3-6FC1-E535-D9E023DB49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6EED1F-A614-30E9-33B3-97CA9B1957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CFCCA-6559-4953-8325-6FD185135991}" type="datetimeFigureOut">
              <a:rPr lang="en-PK" smtClean="0"/>
              <a:t>28/11/2025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894AFE-1208-F293-9889-6E7FAA20B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83DD36-E545-162D-D60F-96D077C89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919C32-7C4D-440B-895C-0340E88FE79C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508035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6FCD9A-9681-5D72-1A4F-6AE86A2CCF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399934-3F19-2ECA-8939-6F0BD9C725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B4D34C-FAC0-DB29-A98A-8BA86E7DC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CFCCA-6559-4953-8325-6FD185135991}" type="datetimeFigureOut">
              <a:rPr lang="en-PK" smtClean="0"/>
              <a:t>28/11/2025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3665A7-41DB-DA7A-3ADE-93D30E0021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69EF89-409F-43B8-8C56-E29CC248E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919C32-7C4D-440B-895C-0340E88FE79C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151832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DD165C-039E-CA97-2D88-C65A6AA33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DB0A80-7DDA-1709-AE43-1B0A49D390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FEEA8C-F883-26B6-B64C-35CAD6B792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3CFCCA-6559-4953-8325-6FD185135991}" type="datetimeFigureOut">
              <a:rPr lang="en-PK" smtClean="0"/>
              <a:t>28/11/2025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FD4692-6092-EA25-EBF8-3772E34CF3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BAA5BF-282B-3A4A-24E3-723A30E20C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919C32-7C4D-440B-895C-0340E88FE79C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1858143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9FAF5-AE10-2859-0D40-1306B54DCC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28931" y="747608"/>
            <a:ext cx="9144000" cy="4034253"/>
          </a:xfrm>
        </p:spPr>
        <p:txBody>
          <a:bodyPr>
            <a:normAutofit/>
          </a:bodyPr>
          <a:lstStyle/>
          <a:p>
            <a:r>
              <a:rPr lang="en-US" dirty="0"/>
              <a:t>TRANSIENT STRUCTURAL SIMULATION</a:t>
            </a:r>
            <a:br>
              <a:rPr lang="en-US" dirty="0"/>
            </a:br>
            <a:r>
              <a:rPr lang="en-US" sz="4900" dirty="0"/>
              <a:t>USING ANSYS WORKBENCH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7056689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4F74C-CBE0-2381-6993-DBF6DD99F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SIMULATION CONDITIONS</a:t>
            </a:r>
            <a:endParaRPr lang="en-PK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DAB76D8-6C0F-475F-D708-1B3D55DA10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Material</a:t>
            </a:r>
          </a:p>
          <a:p>
            <a:r>
              <a:rPr lang="en-US" dirty="0"/>
              <a:t>Custom material named “</a:t>
            </a:r>
            <a:r>
              <a:rPr lang="en-US" dirty="0" err="1"/>
              <a:t>abc</a:t>
            </a:r>
            <a:r>
              <a:rPr lang="en-US" dirty="0"/>
              <a:t>”.</a:t>
            </a:r>
          </a:p>
          <a:p>
            <a:r>
              <a:rPr lang="en-US" dirty="0"/>
              <a:t>Youngs Modulus (E)=3000Mpa.</a:t>
            </a:r>
          </a:p>
          <a:p>
            <a:r>
              <a:rPr lang="en-US" dirty="0"/>
              <a:t>Poisson Ratio=0.28.</a:t>
            </a:r>
          </a:p>
          <a:p>
            <a:r>
              <a:rPr lang="en-US" b="1" dirty="0"/>
              <a:t>Geometry</a:t>
            </a:r>
          </a:p>
          <a:p>
            <a:r>
              <a:rPr lang="en-US" dirty="0"/>
              <a:t>Hexagonal Beam</a:t>
            </a:r>
            <a:br>
              <a:rPr lang="en-US" dirty="0"/>
            </a:br>
            <a:r>
              <a:rPr lang="en-US" dirty="0"/>
              <a:t>Length=20metres.</a:t>
            </a:r>
          </a:p>
          <a:p>
            <a:endParaRPr lang="en-PK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D3EE3E-B98F-F5A5-8237-A639C3D7D943}"/>
              </a:ext>
            </a:extLst>
          </p:cNvPr>
          <p:cNvSpPr txBox="1"/>
          <p:nvPr/>
        </p:nvSpPr>
        <p:spPr>
          <a:xfrm>
            <a:off x="6475751" y="1690688"/>
            <a:ext cx="5111646" cy="50516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800" b="1" dirty="0"/>
              <a:t>LOADING CONDITIONS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800" b="1" dirty="0"/>
              <a:t>Constraints: 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400" dirty="0"/>
              <a:t>Fixed Support on one face.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800" b="1" dirty="0"/>
              <a:t>Load: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800" b="1" dirty="0"/>
              <a:t> </a:t>
            </a:r>
            <a:r>
              <a:rPr lang="en-US" sz="2400" dirty="0"/>
              <a:t>Force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800" b="1" dirty="0"/>
              <a:t>Location: 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400" dirty="0"/>
              <a:t>Five Different Faces of Hexagon.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800" b="1" dirty="0"/>
              <a:t>Magnitude: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800" b="1" dirty="0"/>
              <a:t> </a:t>
            </a:r>
            <a:r>
              <a:rPr lang="en-US" sz="2400" dirty="0"/>
              <a:t>Based on DOB=2032N</a:t>
            </a:r>
            <a:endParaRPr lang="en-US" sz="2800" dirty="0"/>
          </a:p>
          <a:p>
            <a:endParaRPr lang="en-US" dirty="0"/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4107008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1142090-E78D-3F73-A53F-5F3E99BB04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42450" y="1825625"/>
            <a:ext cx="8307099" cy="4351338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2FEAC42B-ECB8-90C7-CAF8-0AA20E5E54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Open Workbench → Create New Project → Drag Transient Structural into Workspace</a:t>
            </a:r>
            <a:endParaRPr kumimoji="0" lang="en-PK" altLang="en-PK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20836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6C7C4C82-3827-02EE-616F-EE7B6978A2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74558" y="927100"/>
            <a:ext cx="11287594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 Custom Material “</a:t>
            </a:r>
            <a:r>
              <a:rPr kumimoji="0" lang="en-PK" altLang="en-PK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abc</a:t>
            </a:r>
            <a:r>
              <a:rPr kumimoji="0" lang="en-PK" altLang="en-PK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” in Engineering Data (define E=3000 MPa, ν=0.28, ρ=7850 kg/m³, delete Structural Steel)</a:t>
            </a:r>
            <a:endParaRPr kumimoji="0" lang="en-PK" altLang="en-PK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C0FCE0F-A65F-874F-AEFF-B5759A6313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77015" y="1825625"/>
            <a:ext cx="823796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27071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2473F692-D487-B97D-BBF5-655412A2B0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Open Design Modeler → Sketch Hexagon → Extrude → Set Length = 20 m</a:t>
            </a:r>
            <a:endParaRPr kumimoji="0" lang="en-PK" altLang="en-PK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3165E1D-043E-2D09-498E-5A3340DF1B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65557" y="1825625"/>
            <a:ext cx="826088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78364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13DFDE7D-A7C8-7A79-2010-1303203F19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Open Mechanical → Generate Mesh → Apply Sizing / Choose Mesh Type (tet or hex) if needed</a:t>
            </a:r>
            <a:endParaRPr kumimoji="0" lang="en-PK" altLang="en-PK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E5918E9-4AAF-BDD2-7811-8422414839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59805" y="1825625"/>
            <a:ext cx="827239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53538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423BB14F-7C91-8848-C5F8-F4E1E561E9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Apply Fixed Support at Bottom → Apply Forces on 5 Faces with 0.2 s Steps up to 1 s</a:t>
            </a:r>
            <a:endParaRPr kumimoji="0" lang="en-PK" altLang="en-PK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A403423-4D17-2AD5-E2D3-FBCA3CB564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65557" y="1825625"/>
            <a:ext cx="826088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50388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184401F8-680E-960E-76F3-64E393D6CF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Select Total Deformation, Equivalent Stress &amp; Strain → Solve to Compute Results</a:t>
            </a:r>
            <a:endParaRPr kumimoji="0" lang="en-PK" altLang="en-PK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34F2F2D-3452-1A14-4DED-CB73A69371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94083" y="1825625"/>
            <a:ext cx="820383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42988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F51078CA-CD39-A6BE-D0B2-C94666D40F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Solve the Analysis → View All Results in the Solution Section</a:t>
            </a:r>
            <a:endParaRPr kumimoji="0" lang="en-PK" altLang="en-PK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371CB3C-ACC4-F5A1-B2BE-8747CBAB18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65557" y="1825625"/>
            <a:ext cx="826088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29964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A5BFAC-430E-BE14-BA7B-D4AB5CDA23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9900" b="1" dirty="0"/>
              <a:t>THANK YOU</a:t>
            </a:r>
            <a:endParaRPr lang="en-PK" sz="19900" b="1" dirty="0"/>
          </a:p>
        </p:txBody>
      </p:sp>
    </p:spTree>
    <p:extLst>
      <p:ext uri="{BB962C8B-B14F-4D97-AF65-F5344CB8AC3E}">
        <p14:creationId xmlns:p14="http://schemas.microsoft.com/office/powerpoint/2010/main" val="32431709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187</Words>
  <Application>Microsoft Office PowerPoint</Application>
  <PresentationFormat>Widescreen</PresentationFormat>
  <Paragraphs>25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TRANSIENT STRUCTURAL SIMULATION USING ANSYS WORKBENCH</vt:lpstr>
      <vt:lpstr>SIMULATION CONDITIONS</vt:lpstr>
      <vt:lpstr>Open Workbench → Create New Project → Drag Transient Structural into Workspace</vt:lpstr>
      <vt:lpstr>Add Custom Material “abc” in Engineering Data (define E=3000 MPa, ν=0.28, ρ=7850 kg/m³, delete Structural Steel)</vt:lpstr>
      <vt:lpstr>Open Design Modeler → Sketch Hexagon → Extrude → Set Length = 20 m</vt:lpstr>
      <vt:lpstr>Open Mechanical → Generate Mesh → Apply Sizing / Choose Mesh Type (tet or hex) if needed</vt:lpstr>
      <vt:lpstr>Apply Fixed Support at Bottom → Apply Forces on 5 Faces with 0.2 s Steps up to 1 s</vt:lpstr>
      <vt:lpstr>Select Total Deformation, Equivalent Stress &amp; Strain → Solve to Compute Results</vt:lpstr>
      <vt:lpstr>Solve the Analysis → View All Results in the Solution Section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02-131232-004</dc:creator>
  <cp:lastModifiedBy>02-131232-004</cp:lastModifiedBy>
  <cp:revision>4</cp:revision>
  <dcterms:created xsi:type="dcterms:W3CDTF">2025-11-28T05:51:02Z</dcterms:created>
  <dcterms:modified xsi:type="dcterms:W3CDTF">2025-11-28T06:09:43Z</dcterms:modified>
</cp:coreProperties>
</file>